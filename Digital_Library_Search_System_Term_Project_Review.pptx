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6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002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PROJECT REVIEW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205740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Library</a:t>
            </a:r>
            <a:endParaRPr lang="en-US" sz="4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System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794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 (25CS2103E)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2026 – 2027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4617720"/>
            <a:ext cx="6035040" cy="0"/>
          </a:xfrm>
          <a:prstGeom prst="line">
            <a:avLst/>
          </a:prstGeom>
          <a:noFill/>
          <a:ln w="12700">
            <a:solidFill>
              <a:srgbClr val="4540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5102352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 Pratap Singh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2520030476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Aryan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2520030343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60520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60520" y="510235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V. Sireesha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Deemed to be University – Hyderabad Campus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32520" y="1051560"/>
            <a:ext cx="2926080" cy="4754880"/>
          </a:xfrm>
          <a:prstGeom prst="roundRect">
            <a:avLst>
              <a:gd name="adj" fmla="val 2500"/>
            </a:avLst>
          </a:prstGeom>
          <a:solidFill>
            <a:srgbClr val="1E212B">
              <a:alpha val="75000"/>
            </a:srgbClr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79433" y="2880360"/>
            <a:ext cx="1209294" cy="336499"/>
          </a:xfrm>
          <a:prstGeom prst="roundRect">
            <a:avLst>
              <a:gd name="adj" fmla="val 12500"/>
            </a:avLst>
          </a:prstGeom>
          <a:solidFill>
            <a:srgbClr val="8C6D2F"/>
          </a:solidFill>
          <a:ln/>
        </p:spPr>
      </p:sp>
      <p:sp>
        <p:nvSpPr>
          <p:cNvPr id="15" name="Shape 12"/>
          <p:cNvSpPr/>
          <p:nvPr/>
        </p:nvSpPr>
        <p:spPr>
          <a:xfrm>
            <a:off x="9116339" y="3279953"/>
            <a:ext cx="1335481" cy="336499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</p:sp>
      <p:sp>
        <p:nvSpPr>
          <p:cNvPr id="16" name="Shape 13"/>
          <p:cNvSpPr/>
          <p:nvPr/>
        </p:nvSpPr>
        <p:spPr>
          <a:xfrm>
            <a:off x="9053246" y="3679546"/>
            <a:ext cx="1461668" cy="336499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/>
        </p:spPr>
      </p:sp>
      <p:sp>
        <p:nvSpPr>
          <p:cNvPr id="17" name="Shape 14"/>
          <p:cNvSpPr/>
          <p:nvPr/>
        </p:nvSpPr>
        <p:spPr>
          <a:xfrm>
            <a:off x="10362438" y="1986534"/>
            <a:ext cx="893826" cy="893826"/>
          </a:xfrm>
          <a:prstGeom prst="ellipse">
            <a:avLst/>
          </a:prstGeom>
          <a:ln w="46736">
            <a:solidFill>
              <a:srgbClr val="F1E8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59622" y="2683718"/>
            <a:ext cx="441655" cy="441655"/>
          </a:xfrm>
          <a:prstGeom prst="line">
            <a:avLst/>
          </a:prstGeom>
          <a:noFill/>
          <a:ln w="61341">
            <a:solidFill>
              <a:srgbClr val="F1E8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4434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kern="0" spc="5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ENTIRE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kern="0" spc="5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IN SECONDS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25CS2103E  |  Digital Library Search 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123444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store a large number of books, journals, magazines, and research papers.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becomes inefficient as the collection size increases.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provides a centralized digital repository.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using Title, Author, ISBN, Category, and Keywords.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implemented using Java and DSA concepts only.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is on efficient searching and organized retrieval of records.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554480" y="5257800"/>
            <a:ext cx="9052560" cy="594360"/>
          </a:xfrm>
          <a:prstGeom prst="roundRect">
            <a:avLst>
              <a:gd name="adj" fmla="val 49231"/>
            </a:avLst>
          </a:prstGeom>
          <a:solidFill>
            <a:srgbClr val="1E212B"/>
          </a:solidFill>
          <a:ln w="15875">
            <a:solidFill>
              <a:srgbClr val="8C6D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20240" y="5468112"/>
            <a:ext cx="182880" cy="182880"/>
          </a:xfrm>
          <a:prstGeom prst="ellipse">
            <a:avLst/>
          </a:prstGeom>
          <a:ln w="25400">
            <a:solidFill>
              <a:srgbClr val="D9A44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66544" y="5614416"/>
            <a:ext cx="91440" cy="91440"/>
          </a:xfrm>
          <a:prstGeom prst="line">
            <a:avLst/>
          </a:prstGeom>
          <a:noFill/>
          <a:ln w="3048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52578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Author, ISBN, Category or Keyword…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25CS2103E  |  Digital Library Search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1234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916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 of digital library resources.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is slow and time-consuming.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require multiple search options.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should be fast and accurate.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remain scalable as records increase.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089904" y="1280160"/>
            <a:ext cx="0" cy="4709160"/>
          </a:xfrm>
          <a:prstGeom prst="line">
            <a:avLst/>
          </a:prstGeom>
          <a:noFill/>
          <a:ln w="12700">
            <a:solidFill>
              <a:srgbClr val="4540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234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6916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search algorithms reduce unnecessary comparisons.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lookup improves retrieval speed.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enables organized presentation of records.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2400"/>
              </a:spcAft>
              <a:buSzPct val="100000"/>
              <a:buChar char="▪"/>
            </a:pPr>
            <a:r>
              <a:rPr lang="en-US" sz="16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practical DSA application in information retrieval.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2848356" y="580644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1E212B"/>
          </a:solidFill>
          <a:ln w="12700">
            <a:solidFill>
              <a:srgbClr val="8C6D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48356" y="5806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34356" y="580644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1E212B"/>
          </a:solidFill>
          <a:ln w="12700">
            <a:solidFill>
              <a:srgbClr val="8C6D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34356" y="5806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20356" y="580644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1E212B"/>
          </a:solidFill>
          <a:ln w="12700">
            <a:solidFill>
              <a:srgbClr val="8C6D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0356" y="5806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25CS2103E  |  Digital Library Search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137160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7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book records.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7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Author, ISBN, Category, and Keywords.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7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using searching and hashing techniques.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7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records alphabetically for better organization.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7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console-based or menu-driven user interface.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▪"/>
            </a:pPr>
            <a:r>
              <a:rPr lang="en-US" sz="17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future extension for intelligent search features.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950976" y="55321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 w="15875">
            <a:solidFill>
              <a:srgbClr val="8C6D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0976" y="553212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282696" y="55321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02736" y="55321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 w="15875">
            <a:solidFill>
              <a:srgbClr val="8C6D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02736" y="553212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34456" y="55321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54496" y="55321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 w="15875">
            <a:solidFill>
              <a:srgbClr val="8C6D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4496" y="553212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Records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86216" y="55321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906256" y="55321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C2313"/>
          </a:solidFill>
          <a:ln w="15875">
            <a:solidFill>
              <a:srgbClr val="8C6D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06256" y="553212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25CS2103E  |  Digital Library Search System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14400" y="12344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E212B">
              <a:alpha val="85000"/>
            </a:srgbClr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15568" y="138074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15568" y="1764792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16552" y="12344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E212B">
              <a:alpha val="85000"/>
            </a:srgbClr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17720" y="138074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617720" y="1764792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Structures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18704" y="12344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E212B">
              <a:alpha val="85000"/>
            </a:srgbClr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19872" y="138074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119872" y="1764792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Algorithm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 Algorithm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/ Quick Sort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3456432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E212B">
              <a:alpha val="85000"/>
            </a:srgbClr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602736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15568" y="3986784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16552" y="3456432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E212B">
              <a:alpha val="85000"/>
            </a:srgbClr>
          </a:solidFill>
          <a:ln w="12700">
            <a:solidFill>
              <a:srgbClr val="454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3602736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617720" y="3986784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19872" y="3602736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19872" y="3959352"/>
            <a:ext cx="2843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25CS2103E  |  Digital Library Search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time required to locate library resources.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fast multi-parameter search functionality.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search accuracy and retrieval efficiency.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organized digital repository.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implementation of DSA concepts in a real-world application.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foundation for future enhancements such as fuzzy search and ranked results.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4400" y="470916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1E212B">
              <a:alpha val="85000"/>
            </a:srgbClr>
          </a:solidFill>
          <a:ln w="12700">
            <a:solidFill>
              <a:srgbClr val="8C6D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70432" y="486460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70432" y="5138928"/>
            <a:ext cx="97840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Library Search System is a Java-based, DSA-oriented application that provides an efficient and scalable approach for storing, searching, and retrieving library resources without relying on a database management system.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25CS2103E  |  Digital Library Search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kl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256032"/>
            <a:ext cx="10515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02752" y="3383280"/>
            <a:ext cx="1682496" cy="468173"/>
          </a:xfrm>
          <a:prstGeom prst="roundRect">
            <a:avLst>
              <a:gd name="adj" fmla="val 12500"/>
            </a:avLst>
          </a:prstGeom>
          <a:solidFill>
            <a:srgbClr val="8C6D2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14970" y="3939235"/>
            <a:ext cx="1858061" cy="468173"/>
          </a:xfrm>
          <a:prstGeom prst="roundRect">
            <a:avLst>
              <a:gd name="adj" fmla="val 12500"/>
            </a:avLst>
          </a:prstGeom>
          <a:solidFill>
            <a:srgbClr val="D9A441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127187" y="4495190"/>
            <a:ext cx="2033626" cy="468173"/>
          </a:xfrm>
          <a:prstGeom prst="roundRect">
            <a:avLst>
              <a:gd name="adj" fmla="val 12500"/>
            </a:avLst>
          </a:prstGeom>
          <a:solidFill>
            <a:srgbClr val="F1E8D8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948672" y="2139696"/>
            <a:ext cx="1243584" cy="1243584"/>
          </a:xfrm>
          <a:prstGeom prst="ellipse">
            <a:avLst/>
          </a:prstGeom>
          <a:ln w="65024">
            <a:solidFill>
              <a:srgbClr val="F1E8D8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18668" y="3109692"/>
            <a:ext cx="614477" cy="614477"/>
          </a:xfrm>
          <a:prstGeom prst="line">
            <a:avLst/>
          </a:prstGeom>
          <a:noFill/>
          <a:ln w="85344">
            <a:solidFill>
              <a:srgbClr val="F1E8D8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3977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4279392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Deemed to be University – Hyderabad Campus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0" y="6355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1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 Pratap Singh  |  B. Aryan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 PRATAP SINGH</cp:lastModifiedBy>
  <cp:revision>2</cp:revision>
  <dcterms:created xsi:type="dcterms:W3CDTF">2026-08-13T09:36:54Z</dcterms:created>
  <dcterms:modified xsi:type="dcterms:W3CDTF">2026-08-13T09:38:40Z</dcterms:modified>
</cp:coreProperties>
</file>